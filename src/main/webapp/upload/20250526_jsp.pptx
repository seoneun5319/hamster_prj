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6583" autoAdjust="0"/>
    <p:restoredTop sz="94660"/>
  </p:normalViewPr>
  <p:slideViewPr>
    <p:cSldViewPr>
      <p:cViewPr>
        <p:scale>
          <a:sx n="150" d="100"/>
          <a:sy n="150" d="100"/>
        </p:scale>
        <p:origin x="-996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4095-19C2-4319-8FAC-D985CF58E64C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0E1-CB1C-4911-9C42-F545FCD74F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4095-19C2-4319-8FAC-D985CF58E64C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0E1-CB1C-4911-9C42-F545FCD74F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4095-19C2-4319-8FAC-D985CF58E64C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0E1-CB1C-4911-9C42-F545FCD74F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4095-19C2-4319-8FAC-D985CF58E64C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0E1-CB1C-4911-9C42-F545FCD74F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4095-19C2-4319-8FAC-D985CF58E64C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0E1-CB1C-4911-9C42-F545FCD74F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4095-19C2-4319-8FAC-D985CF58E64C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0E1-CB1C-4911-9C42-F545FCD74F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4095-19C2-4319-8FAC-D985CF58E64C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0E1-CB1C-4911-9C42-F545FCD74F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4095-19C2-4319-8FAC-D985CF58E64C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0E1-CB1C-4911-9C42-F545FCD74F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4095-19C2-4319-8FAC-D985CF58E64C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0E1-CB1C-4911-9C42-F545FCD74F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4095-19C2-4319-8FAC-D985CF58E64C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0E1-CB1C-4911-9C42-F545FCD74F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4095-19C2-4319-8FAC-D985CF58E64C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0E1-CB1C-4911-9C42-F545FCD74F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24095-19C2-4319-8FAC-D985CF58E64C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B2B0E1-CB1C-4911-9C42-F545FCD74F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8939498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r>
              <a:rPr lang="ko-KR" altLang="en-US" dirty="0" smtClean="0"/>
              <a:t>무조건 다운로드</a:t>
            </a:r>
            <a:endParaRPr lang="en-US" altLang="ko-KR" dirty="0" smtClean="0"/>
          </a:p>
          <a:p>
            <a:r>
              <a:rPr lang="en-US" altLang="ko-KR" sz="1600" dirty="0" smtClean="0"/>
              <a:t> - web browser</a:t>
            </a:r>
            <a:r>
              <a:rPr lang="ko-KR" altLang="en-US" sz="1600" dirty="0" smtClean="0"/>
              <a:t>는 브라우저가 해석 할 수 있는 파일에 대해서는 브라우저가 실행해서 보여준다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-web browser</a:t>
            </a:r>
            <a:r>
              <a:rPr lang="ko-KR" altLang="en-US" sz="1600" dirty="0" smtClean="0"/>
              <a:t>가 해석할 수 없는 파일은 자동 다운로드가 된다</a:t>
            </a:r>
            <a:r>
              <a:rPr lang="en-US" altLang="ko-KR" sz="1600" dirty="0" smtClean="0"/>
              <a:t>.</a:t>
            </a:r>
          </a:p>
          <a:p>
            <a:pPr>
              <a:buFontTx/>
              <a:buChar char="-"/>
            </a:pPr>
            <a:endParaRPr lang="en-US" altLang="ko-KR" sz="1600" dirty="0"/>
          </a:p>
          <a:p>
            <a:r>
              <a:rPr lang="en-US" altLang="ko-KR" sz="1600"/>
              <a:t> </a:t>
            </a:r>
            <a:r>
              <a:rPr lang="en-US" altLang="ko-KR" sz="1600" smtClean="0"/>
              <a:t>-IOStream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필요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  <p:cxnSp>
        <p:nvCxnSpPr>
          <p:cNvPr id="6" name="직선 연결선 5"/>
          <p:cNvCxnSpPr/>
          <p:nvPr/>
        </p:nvCxnSpPr>
        <p:spPr>
          <a:xfrm flipV="1">
            <a:off x="2019300" y="742950"/>
            <a:ext cx="1416050" cy="190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/>
          <p:cNvCxnSpPr/>
          <p:nvPr/>
        </p:nvCxnSpPr>
        <p:spPr>
          <a:xfrm rot="10800000">
            <a:off x="2643174" y="785794"/>
            <a:ext cx="214314" cy="1428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86050" y="785794"/>
            <a:ext cx="59313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이미지</a:t>
            </a:r>
            <a:r>
              <a:rPr lang="en-US" altLang="ko-KR" sz="1200" dirty="0" smtClean="0"/>
              <a:t>, txt, xml, html, </a:t>
            </a:r>
            <a:r>
              <a:rPr lang="ko-KR" altLang="en-US" sz="1200" dirty="0" smtClean="0"/>
              <a:t>서버에서 </a:t>
            </a:r>
            <a:r>
              <a:rPr lang="ko-KR" altLang="en-US" sz="1200" dirty="0" err="1" smtClean="0"/>
              <a:t>실행가능한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SSS( Server Side Script : JSP, ASP, PHP )</a:t>
            </a:r>
            <a:endParaRPr lang="ko-KR" altLang="en-US" sz="1200" dirty="0"/>
          </a:p>
        </p:txBody>
      </p:sp>
      <p:cxnSp>
        <p:nvCxnSpPr>
          <p:cNvPr id="11" name="직선 연결선 10"/>
          <p:cNvCxnSpPr/>
          <p:nvPr/>
        </p:nvCxnSpPr>
        <p:spPr>
          <a:xfrm flipV="1">
            <a:off x="1981200" y="1257300"/>
            <a:ext cx="1778000" cy="190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/>
          <p:nvPr/>
        </p:nvCxnSpPr>
        <p:spPr>
          <a:xfrm rot="10800000">
            <a:off x="3143240" y="1357298"/>
            <a:ext cx="214314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286116" y="1285860"/>
            <a:ext cx="4812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 smtClean="0"/>
              <a:t>hwp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65</Words>
  <Application>Microsoft Office PowerPoint</Application>
  <PresentationFormat>화면 슬라이드 쇼(4:3)</PresentationFormat>
  <Paragraphs>13</Paragraphs>
  <Slides>6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7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user</cp:lastModifiedBy>
  <cp:revision>6</cp:revision>
  <dcterms:created xsi:type="dcterms:W3CDTF">2025-05-25T23:52:41Z</dcterms:created>
  <dcterms:modified xsi:type="dcterms:W3CDTF">2025-05-26T00:14:32Z</dcterms:modified>
</cp:coreProperties>
</file>